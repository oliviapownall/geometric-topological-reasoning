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58" r:id="rId2"/>
    <p:sldId id="270" r:id="rId3"/>
    <p:sldId id="271" r:id="rId4"/>
    <p:sldId id="273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0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4F6"/>
    <a:srgbClr val="EE0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3867"/>
  </p:normalViewPr>
  <p:slideViewPr>
    <p:cSldViewPr snapToGrid="0">
      <p:cViewPr varScale="1">
        <p:scale>
          <a:sx n="75" d="100"/>
          <a:sy n="75" d="100"/>
        </p:scale>
        <p:origin x="2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8ACB2-BF31-5D42-81C0-CEF60947E9A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14D68-B1B8-414B-A07A-B6E3A89F1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4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1 top and geo constrained</a:t>
            </a:r>
          </a:p>
          <a:p>
            <a:endParaRPr lang="en-US" dirty="0"/>
          </a:p>
          <a:p>
            <a:r>
              <a:rPr lang="en-US" dirty="0"/>
              <a:t>Green point inside invisible circle</a:t>
            </a:r>
          </a:p>
          <a:p>
            <a:r>
              <a:rPr lang="en-US" dirty="0"/>
              <a:t>Yellow point outside invisible circle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Green point inside invisible circle</a:t>
            </a:r>
          </a:p>
          <a:p>
            <a:r>
              <a:rPr lang="en-US" dirty="0"/>
              <a:t>Yellow point inside invisible circle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23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D58B-3D01-3908-F9AD-A5332FF6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32ADE-28A4-5DA4-F4F2-363CCCE27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638A8-8F62-FC41-8287-C86507156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2 top and geo constrained</a:t>
            </a:r>
          </a:p>
          <a:p>
            <a:endParaRPr lang="en-US" dirty="0"/>
          </a:p>
          <a:p>
            <a:r>
              <a:rPr lang="en-US" dirty="0"/>
              <a:t>The blue point is on the invisible circle </a:t>
            </a:r>
          </a:p>
          <a:p>
            <a:r>
              <a:rPr lang="en-US" dirty="0"/>
              <a:t>The orange point is outside the invisible circle</a:t>
            </a:r>
          </a:p>
          <a:p>
            <a:endParaRPr lang="en-US" dirty="0"/>
          </a:p>
          <a:p>
            <a:r>
              <a:rPr lang="en-US" dirty="0"/>
              <a:t>The blue point is inside the invisible circle</a:t>
            </a:r>
          </a:p>
          <a:p>
            <a:r>
              <a:rPr lang="en-US" dirty="0"/>
              <a:t>The orange point is outside the invisible circle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21466-0C8C-8B8B-6F2F-329A0E36A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55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E59C4-6170-4468-DFE0-9B8F083B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1AD67-0ECC-23E3-6AAA-7BF99E33C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0BC7F-98D0-381E-CF95-99EDD5E6B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3 geo constrained</a:t>
            </a:r>
          </a:p>
          <a:p>
            <a:endParaRPr lang="en-US" dirty="0"/>
          </a:p>
          <a:p>
            <a:r>
              <a:rPr lang="en-US" dirty="0"/>
              <a:t>Red dot inside circle</a:t>
            </a:r>
          </a:p>
          <a:p>
            <a:r>
              <a:rPr lang="en-US" dirty="0"/>
              <a:t>Purple dot outside invisible circle</a:t>
            </a:r>
          </a:p>
          <a:p>
            <a:endParaRPr lang="en-US" dirty="0"/>
          </a:p>
          <a:p>
            <a:r>
              <a:rPr lang="en-US" dirty="0"/>
              <a:t>Red dot outside invisible circle</a:t>
            </a:r>
          </a:p>
          <a:p>
            <a:r>
              <a:rPr lang="en-US" dirty="0"/>
              <a:t>Purple dot on invisible circle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4B1F-C521-CD32-073C-27A5446FE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06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6650-DF40-7013-6140-60F06F00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BEC29-FDA5-7CED-348E-93EE52FA6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E77CE-FE4F-6609-582C-DBC980266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4 top constrained</a:t>
            </a:r>
          </a:p>
          <a:p>
            <a:endParaRPr lang="en-US" dirty="0"/>
          </a:p>
          <a:p>
            <a:r>
              <a:rPr lang="en-US" dirty="0"/>
              <a:t>Red point is inside the circle</a:t>
            </a:r>
          </a:p>
          <a:p>
            <a:r>
              <a:rPr lang="en-US" dirty="0"/>
              <a:t>Yellow point is outside the circle</a:t>
            </a:r>
          </a:p>
          <a:p>
            <a:endParaRPr lang="en-US" dirty="0"/>
          </a:p>
          <a:p>
            <a:r>
              <a:rPr lang="en-US" dirty="0"/>
              <a:t>Red point is inside the invisible circle</a:t>
            </a:r>
          </a:p>
          <a:p>
            <a:r>
              <a:rPr lang="en-US" dirty="0"/>
              <a:t>Yellow point is outside the invisible circle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57AEC-256A-157E-D5F0-D0B43E2D4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70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268A-892E-A4EA-E368-A18ADF9A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C3811-6256-B566-5D6D-380933662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72FEA-EFE3-4377-192C-20DFD92CE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5 non-constrained</a:t>
            </a:r>
          </a:p>
          <a:p>
            <a:endParaRPr lang="en-US" dirty="0"/>
          </a:p>
          <a:p>
            <a:r>
              <a:rPr lang="en-US" dirty="0"/>
              <a:t>Pink point inside circle</a:t>
            </a:r>
          </a:p>
          <a:p>
            <a:r>
              <a:rPr lang="en-US" dirty="0"/>
              <a:t>Green point on circle</a:t>
            </a:r>
          </a:p>
          <a:p>
            <a:endParaRPr lang="en-US" dirty="0"/>
          </a:p>
          <a:p>
            <a:r>
              <a:rPr lang="en-US" dirty="0"/>
              <a:t>Pink point outside circle</a:t>
            </a:r>
          </a:p>
          <a:p>
            <a:r>
              <a:rPr lang="en-US" dirty="0"/>
              <a:t>Green point outside circle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9E088-F12E-703B-4DDD-1D41A4EFD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33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CBF9-B0A8-C877-4580-97401B83F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56760-315A-25AD-19D3-B5896F0CD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0D1A5-3546-05C6-CFCA-E8B5E4ECF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6 non-constrained</a:t>
            </a:r>
          </a:p>
          <a:p>
            <a:endParaRPr lang="en-US" dirty="0"/>
          </a:p>
          <a:p>
            <a:r>
              <a:rPr lang="en-US" dirty="0"/>
              <a:t>Green point is on the circle</a:t>
            </a:r>
          </a:p>
          <a:p>
            <a:r>
              <a:rPr lang="en-US" dirty="0"/>
              <a:t>Blue point is outside the circle</a:t>
            </a:r>
          </a:p>
          <a:p>
            <a:endParaRPr lang="en-US" dirty="0"/>
          </a:p>
          <a:p>
            <a:r>
              <a:rPr lang="en-US" dirty="0"/>
              <a:t>Green point is outside the invisible circle</a:t>
            </a:r>
          </a:p>
          <a:p>
            <a:r>
              <a:rPr lang="en-US" dirty="0"/>
              <a:t>Yellow point is outside the invisible circle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7C62-4C41-6B5B-BA2F-6473676C8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10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5E04-19C2-675E-C9F9-7AACB037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CD773-F1F8-3E4A-BDE8-864D18564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363C6-B377-E70F-A2F2-A68BE96A0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1</a:t>
            </a:r>
          </a:p>
          <a:p>
            <a:endParaRPr lang="en-US" dirty="0"/>
          </a:p>
          <a:p>
            <a:r>
              <a:rPr lang="en-US" dirty="0"/>
              <a:t>Purple dot inside circle</a:t>
            </a:r>
          </a:p>
          <a:p>
            <a:r>
              <a:rPr lang="en-US" dirty="0"/>
              <a:t>Pink dot on circle</a:t>
            </a:r>
          </a:p>
          <a:p>
            <a:endParaRPr lang="en-US" dirty="0"/>
          </a:p>
          <a:p>
            <a:r>
              <a:rPr lang="en-US" dirty="0"/>
              <a:t>Purple dot inside circle</a:t>
            </a:r>
          </a:p>
          <a:p>
            <a:r>
              <a:rPr lang="en-US" dirty="0"/>
              <a:t>Pink dot on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B8D3A-582F-39D5-D377-F83F74EFE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22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ECD5-2596-6CC3-3DEE-0DE3090C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361FA-BDFA-1B6A-EE77-215DA3B0B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A65FE-A81C-DCFB-02BC-EDF4C68A0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2</a:t>
            </a:r>
          </a:p>
          <a:p>
            <a:endParaRPr lang="en-US" dirty="0"/>
          </a:p>
          <a:p>
            <a:r>
              <a:rPr lang="en-US" dirty="0"/>
              <a:t>Orange dot inside circle</a:t>
            </a:r>
          </a:p>
          <a:p>
            <a:r>
              <a:rPr lang="en-US" dirty="0"/>
              <a:t>Pink dot on circle</a:t>
            </a:r>
          </a:p>
          <a:p>
            <a:endParaRPr lang="en-US" dirty="0"/>
          </a:p>
          <a:p>
            <a:r>
              <a:rPr lang="en-US" dirty="0"/>
              <a:t>Orange dot on circle</a:t>
            </a:r>
          </a:p>
          <a:p>
            <a:r>
              <a:rPr lang="en-US" dirty="0"/>
              <a:t>Pink dot inside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4832C-BF6D-CF07-C6F6-9AF2E90C6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6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D292-0D81-F9DD-24FA-1624CB00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852D5-9D75-8638-2ACA-35BD0DBBF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A4CB2-0593-9C0F-E8B3-4FC3E3E55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3</a:t>
            </a:r>
          </a:p>
          <a:p>
            <a:endParaRPr lang="en-US" dirty="0"/>
          </a:p>
          <a:p>
            <a:r>
              <a:rPr lang="en-US" dirty="0"/>
              <a:t>Yellow dot on circle</a:t>
            </a:r>
          </a:p>
          <a:p>
            <a:r>
              <a:rPr lang="en-US" dirty="0"/>
              <a:t>Purple dot inside circle</a:t>
            </a:r>
          </a:p>
          <a:p>
            <a:endParaRPr lang="en-US" dirty="0"/>
          </a:p>
          <a:p>
            <a:r>
              <a:rPr lang="en-US" dirty="0"/>
              <a:t>Yellow dot inside circle</a:t>
            </a:r>
          </a:p>
          <a:p>
            <a:r>
              <a:rPr lang="en-US" dirty="0"/>
              <a:t>Purple dot outside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D8855-C46E-7AD9-9137-DD668400E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52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631A-DFBF-4480-CE2B-6918579D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CAF55-DE26-8A45-ADB8-93BCE635B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BBC6B-C43D-AA80-2605-B54C04131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4</a:t>
            </a:r>
          </a:p>
          <a:p>
            <a:endParaRPr lang="en-US" dirty="0"/>
          </a:p>
          <a:p>
            <a:r>
              <a:rPr lang="en-US" dirty="0"/>
              <a:t>Blue dot on circle</a:t>
            </a:r>
          </a:p>
          <a:p>
            <a:r>
              <a:rPr lang="en-US" dirty="0"/>
              <a:t>Green dot on circle</a:t>
            </a:r>
          </a:p>
          <a:p>
            <a:endParaRPr lang="en-US" dirty="0"/>
          </a:p>
          <a:p>
            <a:r>
              <a:rPr lang="en-US" dirty="0"/>
              <a:t>Blue dot inside circle</a:t>
            </a:r>
          </a:p>
          <a:p>
            <a:r>
              <a:rPr lang="en-US" dirty="0"/>
              <a:t>Green dot outside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6111B-BADD-8D27-0F28-5AB6E4EE8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58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467D6-B35A-6151-1666-8407FFDE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4E785-2182-348D-9E2D-12DCD4B1A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087B0-6E2C-7623-E7C4-1F9B9526F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5</a:t>
            </a:r>
          </a:p>
          <a:p>
            <a:endParaRPr lang="en-US" dirty="0"/>
          </a:p>
          <a:p>
            <a:r>
              <a:rPr lang="en-US" dirty="0"/>
              <a:t>Blue dot inside circle</a:t>
            </a:r>
          </a:p>
          <a:p>
            <a:r>
              <a:rPr lang="en-US" dirty="0"/>
              <a:t>Red dot on circle</a:t>
            </a:r>
          </a:p>
          <a:p>
            <a:endParaRPr lang="en-US" dirty="0"/>
          </a:p>
          <a:p>
            <a:r>
              <a:rPr lang="en-US" dirty="0"/>
              <a:t>Blue dot outside circle</a:t>
            </a:r>
          </a:p>
          <a:p>
            <a:r>
              <a:rPr lang="en-US" dirty="0"/>
              <a:t>Red dot on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4E1C9-5531-42BE-FDC8-D7B75C5B2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43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8817-7EE4-16F6-9FB3-F704CEEB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A0080-27D9-20E3-8A2D-3AB9EF88C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7C01E-3F07-DAC2-5469-EFC070475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Valid </a:t>
            </a:r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Yellow dot on circle</a:t>
            </a:r>
          </a:p>
          <a:p>
            <a:r>
              <a:rPr lang="en-US" dirty="0"/>
              <a:t>Orange dot on circle</a:t>
            </a:r>
          </a:p>
          <a:p>
            <a:endParaRPr lang="en-US" dirty="0"/>
          </a:p>
          <a:p>
            <a:r>
              <a:rPr lang="en-US" dirty="0"/>
              <a:t>Yellow dot on circle</a:t>
            </a:r>
          </a:p>
          <a:p>
            <a:r>
              <a:rPr lang="en-US" dirty="0"/>
              <a:t>Orange dot outside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52939-E0AA-CCF1-0E2B-28FF34733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14D68-B1B8-414B-A07A-B6E3A89F13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8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6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3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09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3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5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3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6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0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8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8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4FFB9-4B70-4D44-B140-518D221C0067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CB80B-19C5-5640-A124-06482A7FF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EBCE10F-1F48-5108-BECF-A85A5E5D3AD5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797908-627C-AE78-7DD0-E203211F2815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E6F2BB-9838-2AE4-CDEE-1BC0993FCB95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BA4D57-1F29-D572-CF4B-BC153E470798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DB1F41-F669-D79D-3A6D-550708DDD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49021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46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C90CA-055A-18CD-C0FB-9CC93F12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81B5F7A-DCFF-2553-9167-5C33F9BCA035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A2BD09-ED17-F5B4-A584-BDA874818773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22AD9D-476B-DF25-9EEB-D4299BB59B65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C44775-2A25-1B95-18D9-7D0AE531F3C2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39D2E6-6493-AE0A-959F-76050BB04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72141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15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E4FE-0897-0BC9-5A07-FF74ABA0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7E866AF-A586-80A2-15B6-7505431BCF0D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886F2E-7A31-DAC5-BA16-EA3239B2CBB0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8209DA-8C9D-872F-695A-26C9B53DCB1C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CABB8CB-F5AD-3CA3-F88B-898E4ECD58BA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F6D234-95D5-3D37-141F-2A603A1D8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553826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434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3B36A-FEAE-62E4-1873-03BF624F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9A9D95D-8217-AB03-1F87-E40B2C9D870F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E1624F-3A5D-0590-2258-A2A6E8296E94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3B49A7-9D68-392A-0F2F-2CBE8E82466D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D270AB-E20F-7E52-0F5B-754EE7FC4ADA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64E46C-E7B0-6C82-4BB2-ECA24A3E3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102388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65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D2FB-CF02-F21D-6610-B0E327EF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39D9058-464D-1E6B-D6CB-F1AB33BB0404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FFC4F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C57F4D-5132-F9E9-FD02-9A7E93A5D2D0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9E7DA0B-C99A-4E8D-E587-A8F52C3CD7D9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FFC4F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F40476-38D9-5D8E-261E-847468B435BC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A9E35F-0EA6-5C37-7168-18FA8C69C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995687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339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52DA-D02F-E878-C1A1-93BD9A7C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6E8AA20-36C0-C189-B09B-FFD9D9305D01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EA74C7-C55F-B2BD-F9DA-E48E3ED2144C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5C99E0-C50B-3050-DD48-A7D08A6EAFC7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6E95A0-8C0A-EF1B-FE4A-518B7CE23151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96B9BA-F89C-9F0E-91C7-8B3F325FA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542243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24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FA30D-8202-B9B6-3B8B-E4D00E9F6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7378136-AB9A-2AC5-C428-BDEC9BEB7288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006B59-74D6-2892-85FF-3A4D6BEA8EAB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FFC4F6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46DCD9-85C5-6BC3-FC02-55B6AEF42B8E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213229C-0519-BFEC-CDA7-5473EFA4C17C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FFC4F6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F1D5A3-CF79-4602-CE53-684F09FE6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516802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764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ECAD1-40A0-67C6-5895-12A5CDCC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5136477-F4B5-CA14-E5A8-4891A45701E0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B6B327-30A8-57ED-ADD0-D68DDFB5CD33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FFC4F6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6A1A7B-B3C8-C1A7-78C4-211984D4B6EC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B0AD7A-5479-2F58-7106-D4348A9E1205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FFC4F6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1552C6-9406-AC47-1305-886349483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018457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47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D407-F2BB-3C10-C1F0-92A57A0E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14A77E0-4AE4-13AC-D5C7-86A5F9CEAAE7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8E6734-AB4B-ABC5-3EF3-D248084728C1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15D242-ECCC-1E07-2C4D-CBEEE0941A14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543E63-002F-A832-FD9D-8C19AAB24033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40F0C7-EF48-5E54-E97C-C8D30D915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22756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859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9335-83AF-EF35-560F-58D5C1C6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55FA3C2-E197-B04C-F969-FBC9A3086E4A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8C1695-C5DC-3A66-ED00-776343333DD3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C02F9E-4279-7E54-D455-400B4E1051AA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F8DE98-AA4C-CD73-BD5F-02BD72B274AC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033B18-8EE8-6994-8985-4500CEB2E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289786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12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3C193-B826-9C77-1327-9BA9F3F2C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BC5B99A-0328-0583-4FCF-5DF0E79D1A38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3E23EC-A9EF-0D54-ABA0-19236DF3035D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B68A50-16C5-C0D5-229B-CBBFF171B139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9CF4A0-77E0-B275-FC47-CEF2DE695974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A9A877-FB6E-4233-9F5C-8B00DAE7E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378105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990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C78D-1D10-B4D8-D45A-BAA2EF2B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01C3B7F-C810-7CFC-CD96-67F28B9345C8}"/>
              </a:ext>
            </a:extLst>
          </p:cNvPr>
          <p:cNvSpPr/>
          <p:nvPr/>
        </p:nvSpPr>
        <p:spPr>
          <a:xfrm>
            <a:off x="2622319" y="2431664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2F2298-29ED-1F4B-CF0A-E28F0E275068}"/>
              </a:ext>
            </a:extLst>
          </p:cNvPr>
          <p:cNvSpPr/>
          <p:nvPr/>
        </p:nvSpPr>
        <p:spPr>
          <a:xfrm>
            <a:off x="4135930" y="2431664"/>
            <a:ext cx="99753" cy="10888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28FE86B-BCDD-EDD2-E895-E5527575D79B}"/>
              </a:ext>
            </a:extLst>
          </p:cNvPr>
          <p:cNvSpPr/>
          <p:nvPr/>
        </p:nvSpPr>
        <p:spPr>
          <a:xfrm>
            <a:off x="2622319" y="7365452"/>
            <a:ext cx="99753" cy="10888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7334FF3-593B-E520-17AA-DC3539EBA5C0}"/>
              </a:ext>
            </a:extLst>
          </p:cNvPr>
          <p:cNvSpPr/>
          <p:nvPr/>
        </p:nvSpPr>
        <p:spPr>
          <a:xfrm>
            <a:off x="4133851" y="7365452"/>
            <a:ext cx="99753" cy="10888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127F26-D536-8559-852E-D6FCF382A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82488"/>
              </p:ext>
            </p:extLst>
          </p:nvPr>
        </p:nvGraphicFramePr>
        <p:xfrm>
          <a:off x="0" y="0"/>
          <a:ext cx="6858000" cy="9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89095641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50417"/>
                  </a:ext>
                </a:extLst>
              </a:tr>
              <a:tr h="4953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39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10871</TotalTime>
  <Words>309</Words>
  <Application>Microsoft Macintosh PowerPoint</Application>
  <PresentationFormat>A4 Paper (210x297 mm)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Olivia Pownall</dc:creator>
  <cp:lastModifiedBy>Olivia Pownall</cp:lastModifiedBy>
  <cp:revision>15</cp:revision>
  <cp:lastPrinted>2024-03-25T13:24:07Z</cp:lastPrinted>
  <dcterms:created xsi:type="dcterms:W3CDTF">2024-02-13T21:14:35Z</dcterms:created>
  <dcterms:modified xsi:type="dcterms:W3CDTF">2026-10-20T13:36:17Z</dcterms:modified>
</cp:coreProperties>
</file>