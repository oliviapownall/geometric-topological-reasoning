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6"/>
  </p:notesMasterIdLst>
  <p:sldIdLst>
    <p:sldId id="330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</p:sldIdLst>
  <p:sldSz cx="6300788" cy="450056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30"/>
    <p:restoredTop sz="96395"/>
  </p:normalViewPr>
  <p:slideViewPr>
    <p:cSldViewPr snapToGrid="0">
      <p:cViewPr varScale="1">
        <p:scale>
          <a:sx n="170" d="100"/>
          <a:sy n="170" d="100"/>
        </p:scale>
        <p:origin x="1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5F06C-33DE-824A-A4C8-AE9FC3F784C2}" type="datetimeFigureOut">
              <a:rPr lang="en-US" smtClean="0"/>
              <a:t>4/11/24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51163" y="857250"/>
            <a:ext cx="32416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44991-A3CE-6744-8949-9A28342C9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19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1pPr>
    <a:lvl2pPr marL="259121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2pPr>
    <a:lvl3pPr marL="518238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3pPr>
    <a:lvl4pPr marL="777358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4pPr>
    <a:lvl5pPr marL="1036476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5pPr>
    <a:lvl6pPr marL="1295596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6pPr>
    <a:lvl7pPr marL="1554718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7pPr>
    <a:lvl8pPr marL="1813834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8pPr>
    <a:lvl9pPr marL="2072953" algn="l" defTabSz="518238" rtl="0" eaLnBrk="1" latinLnBrk="0" hangingPunct="1">
      <a:defRPr sz="68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559" y="736551"/>
            <a:ext cx="5355670" cy="1566863"/>
          </a:xfrm>
        </p:spPr>
        <p:txBody>
          <a:bodyPr anchor="b"/>
          <a:lstStyle>
            <a:lvl1pPr algn="ctr">
              <a:defRPr sz="39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7599" y="2363838"/>
            <a:ext cx="4725591" cy="1086594"/>
          </a:xfrm>
        </p:spPr>
        <p:txBody>
          <a:bodyPr/>
          <a:lstStyle>
            <a:lvl1pPr marL="0" indent="0" algn="ctr">
              <a:buNone/>
              <a:defRPr sz="1575"/>
            </a:lvl1pPr>
            <a:lvl2pPr marL="300060" indent="0" algn="ctr">
              <a:buNone/>
              <a:defRPr sz="1313"/>
            </a:lvl2pPr>
            <a:lvl3pPr marL="600121" indent="0" algn="ctr">
              <a:buNone/>
              <a:defRPr sz="1181"/>
            </a:lvl3pPr>
            <a:lvl4pPr marL="900181" indent="0" algn="ctr">
              <a:buNone/>
              <a:defRPr sz="1050"/>
            </a:lvl4pPr>
            <a:lvl5pPr marL="1200241" indent="0" algn="ctr">
              <a:buNone/>
              <a:defRPr sz="1050"/>
            </a:lvl5pPr>
            <a:lvl6pPr marL="1500302" indent="0" algn="ctr">
              <a:buNone/>
              <a:defRPr sz="1050"/>
            </a:lvl6pPr>
            <a:lvl7pPr marL="1800362" indent="0" algn="ctr">
              <a:buNone/>
              <a:defRPr sz="1050"/>
            </a:lvl7pPr>
            <a:lvl8pPr marL="2100423" indent="0" algn="ctr">
              <a:buNone/>
              <a:defRPr sz="1050"/>
            </a:lvl8pPr>
            <a:lvl9pPr marL="2400483" indent="0" algn="ctr">
              <a:buNone/>
              <a:defRPr sz="105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3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9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98" y="1122017"/>
            <a:ext cx="5434430" cy="1872109"/>
          </a:xfrm>
        </p:spPr>
        <p:txBody>
          <a:bodyPr anchor="b"/>
          <a:lstStyle>
            <a:lvl1pPr>
              <a:defRPr sz="39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9898" y="3011836"/>
            <a:ext cx="5434430" cy="984498"/>
          </a:xfrm>
        </p:spPr>
        <p:txBody>
          <a:bodyPr/>
          <a:lstStyle>
            <a:lvl1pPr marL="0" indent="0">
              <a:buNone/>
              <a:defRPr sz="1575">
                <a:solidFill>
                  <a:schemeClr val="tx1"/>
                </a:solidFill>
              </a:defRPr>
            </a:lvl1pPr>
            <a:lvl2pPr marL="30006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2pPr>
            <a:lvl3pPr marL="600121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3pPr>
            <a:lvl4pPr marL="90018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20024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50030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180036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10042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400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0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179" y="1198066"/>
            <a:ext cx="2677835" cy="28555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89774" y="1198066"/>
            <a:ext cx="2677835" cy="28555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3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239614"/>
            <a:ext cx="5434430" cy="86990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001" y="1103263"/>
            <a:ext cx="2665528" cy="540692"/>
          </a:xfrm>
        </p:spPr>
        <p:txBody>
          <a:bodyPr anchor="b"/>
          <a:lstStyle>
            <a:lvl1pPr marL="0" indent="0">
              <a:buNone/>
              <a:defRPr sz="1575" b="1"/>
            </a:lvl1pPr>
            <a:lvl2pPr marL="300060" indent="0">
              <a:buNone/>
              <a:defRPr sz="1313" b="1"/>
            </a:lvl2pPr>
            <a:lvl3pPr marL="600121" indent="0">
              <a:buNone/>
              <a:defRPr sz="1181" b="1"/>
            </a:lvl3pPr>
            <a:lvl4pPr marL="900181" indent="0">
              <a:buNone/>
              <a:defRPr sz="1050" b="1"/>
            </a:lvl4pPr>
            <a:lvl5pPr marL="1200241" indent="0">
              <a:buNone/>
              <a:defRPr sz="1050" b="1"/>
            </a:lvl5pPr>
            <a:lvl6pPr marL="1500302" indent="0">
              <a:buNone/>
              <a:defRPr sz="1050" b="1"/>
            </a:lvl6pPr>
            <a:lvl7pPr marL="1800362" indent="0">
              <a:buNone/>
              <a:defRPr sz="1050" b="1"/>
            </a:lvl7pPr>
            <a:lvl8pPr marL="2100423" indent="0">
              <a:buNone/>
              <a:defRPr sz="1050" b="1"/>
            </a:lvl8pPr>
            <a:lvl9pPr marL="2400483" indent="0">
              <a:buNone/>
              <a:defRPr sz="105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001" y="1643956"/>
            <a:ext cx="2665528" cy="24180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89774" y="1103263"/>
            <a:ext cx="2678656" cy="540692"/>
          </a:xfrm>
        </p:spPr>
        <p:txBody>
          <a:bodyPr anchor="b"/>
          <a:lstStyle>
            <a:lvl1pPr marL="0" indent="0">
              <a:buNone/>
              <a:defRPr sz="1575" b="1"/>
            </a:lvl1pPr>
            <a:lvl2pPr marL="300060" indent="0">
              <a:buNone/>
              <a:defRPr sz="1313" b="1"/>
            </a:lvl2pPr>
            <a:lvl3pPr marL="600121" indent="0">
              <a:buNone/>
              <a:defRPr sz="1181" b="1"/>
            </a:lvl3pPr>
            <a:lvl4pPr marL="900181" indent="0">
              <a:buNone/>
              <a:defRPr sz="1050" b="1"/>
            </a:lvl4pPr>
            <a:lvl5pPr marL="1200241" indent="0">
              <a:buNone/>
              <a:defRPr sz="1050" b="1"/>
            </a:lvl5pPr>
            <a:lvl6pPr marL="1500302" indent="0">
              <a:buNone/>
              <a:defRPr sz="1050" b="1"/>
            </a:lvl6pPr>
            <a:lvl7pPr marL="1800362" indent="0">
              <a:buNone/>
              <a:defRPr sz="1050" b="1"/>
            </a:lvl7pPr>
            <a:lvl8pPr marL="2100423" indent="0">
              <a:buNone/>
              <a:defRPr sz="1050" b="1"/>
            </a:lvl8pPr>
            <a:lvl9pPr marL="2400483" indent="0">
              <a:buNone/>
              <a:defRPr sz="105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89774" y="1643956"/>
            <a:ext cx="2678656" cy="24180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6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9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5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300038"/>
            <a:ext cx="2032168" cy="1050131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656" y="647999"/>
            <a:ext cx="3189774" cy="3198317"/>
          </a:xfrm>
        </p:spPr>
        <p:txBody>
          <a:bodyPr/>
          <a:lstStyle>
            <a:lvl1pPr>
              <a:defRPr sz="2100"/>
            </a:lvl1pPr>
            <a:lvl2pPr>
              <a:defRPr sz="1838"/>
            </a:lvl2pPr>
            <a:lvl3pPr>
              <a:defRPr sz="1575"/>
            </a:lvl3pPr>
            <a:lvl4pPr>
              <a:defRPr sz="1313"/>
            </a:lvl4pPr>
            <a:lvl5pPr>
              <a:defRPr sz="1313"/>
            </a:lvl5pPr>
            <a:lvl6pPr>
              <a:defRPr sz="1313"/>
            </a:lvl6pPr>
            <a:lvl7pPr>
              <a:defRPr sz="1313"/>
            </a:lvl7pPr>
            <a:lvl8pPr>
              <a:defRPr sz="1313"/>
            </a:lvl8pPr>
            <a:lvl9pPr>
              <a:defRPr sz="131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000" y="1350169"/>
            <a:ext cx="2032168" cy="2501355"/>
          </a:xfrm>
        </p:spPr>
        <p:txBody>
          <a:bodyPr/>
          <a:lstStyle>
            <a:lvl1pPr marL="0" indent="0">
              <a:buNone/>
              <a:defRPr sz="1050"/>
            </a:lvl1pPr>
            <a:lvl2pPr marL="300060" indent="0">
              <a:buNone/>
              <a:defRPr sz="919"/>
            </a:lvl2pPr>
            <a:lvl3pPr marL="600121" indent="0">
              <a:buNone/>
              <a:defRPr sz="788"/>
            </a:lvl3pPr>
            <a:lvl4pPr marL="900181" indent="0">
              <a:buNone/>
              <a:defRPr sz="656"/>
            </a:lvl4pPr>
            <a:lvl5pPr marL="1200241" indent="0">
              <a:buNone/>
              <a:defRPr sz="656"/>
            </a:lvl5pPr>
            <a:lvl6pPr marL="1500302" indent="0">
              <a:buNone/>
              <a:defRPr sz="656"/>
            </a:lvl6pPr>
            <a:lvl7pPr marL="1800362" indent="0">
              <a:buNone/>
              <a:defRPr sz="656"/>
            </a:lvl7pPr>
            <a:lvl8pPr marL="2100423" indent="0">
              <a:buNone/>
              <a:defRPr sz="656"/>
            </a:lvl8pPr>
            <a:lvl9pPr marL="2400483" indent="0">
              <a:buNone/>
              <a:defRPr sz="65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0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300038"/>
            <a:ext cx="2032168" cy="1050131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8656" y="647999"/>
            <a:ext cx="3189774" cy="3198317"/>
          </a:xfrm>
        </p:spPr>
        <p:txBody>
          <a:bodyPr anchor="t"/>
          <a:lstStyle>
            <a:lvl1pPr marL="0" indent="0">
              <a:buNone/>
              <a:defRPr sz="2100"/>
            </a:lvl1pPr>
            <a:lvl2pPr marL="300060" indent="0">
              <a:buNone/>
              <a:defRPr sz="1838"/>
            </a:lvl2pPr>
            <a:lvl3pPr marL="600121" indent="0">
              <a:buNone/>
              <a:defRPr sz="1575"/>
            </a:lvl3pPr>
            <a:lvl4pPr marL="900181" indent="0">
              <a:buNone/>
              <a:defRPr sz="1313"/>
            </a:lvl4pPr>
            <a:lvl5pPr marL="1200241" indent="0">
              <a:buNone/>
              <a:defRPr sz="1313"/>
            </a:lvl5pPr>
            <a:lvl6pPr marL="1500302" indent="0">
              <a:buNone/>
              <a:defRPr sz="1313"/>
            </a:lvl6pPr>
            <a:lvl7pPr marL="1800362" indent="0">
              <a:buNone/>
              <a:defRPr sz="1313"/>
            </a:lvl7pPr>
            <a:lvl8pPr marL="2100423" indent="0">
              <a:buNone/>
              <a:defRPr sz="1313"/>
            </a:lvl8pPr>
            <a:lvl9pPr marL="2400483" indent="0">
              <a:buNone/>
              <a:defRPr sz="131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000" y="1350169"/>
            <a:ext cx="2032168" cy="2501355"/>
          </a:xfrm>
        </p:spPr>
        <p:txBody>
          <a:bodyPr/>
          <a:lstStyle>
            <a:lvl1pPr marL="0" indent="0">
              <a:buNone/>
              <a:defRPr sz="1050"/>
            </a:lvl1pPr>
            <a:lvl2pPr marL="300060" indent="0">
              <a:buNone/>
              <a:defRPr sz="919"/>
            </a:lvl2pPr>
            <a:lvl3pPr marL="600121" indent="0">
              <a:buNone/>
              <a:defRPr sz="788"/>
            </a:lvl3pPr>
            <a:lvl4pPr marL="900181" indent="0">
              <a:buNone/>
              <a:defRPr sz="656"/>
            </a:lvl4pPr>
            <a:lvl5pPr marL="1200241" indent="0">
              <a:buNone/>
              <a:defRPr sz="656"/>
            </a:lvl5pPr>
            <a:lvl6pPr marL="1500302" indent="0">
              <a:buNone/>
              <a:defRPr sz="656"/>
            </a:lvl6pPr>
            <a:lvl7pPr marL="1800362" indent="0">
              <a:buNone/>
              <a:defRPr sz="656"/>
            </a:lvl7pPr>
            <a:lvl8pPr marL="2100423" indent="0">
              <a:buNone/>
              <a:defRPr sz="656"/>
            </a:lvl8pPr>
            <a:lvl9pPr marL="2400483" indent="0">
              <a:buNone/>
              <a:defRPr sz="65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4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92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09002" y="239613"/>
            <a:ext cx="1358607" cy="381401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180" y="239613"/>
            <a:ext cx="3997062" cy="381401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7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3179" y="239614"/>
            <a:ext cx="5434430" cy="869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179" y="1198066"/>
            <a:ext cx="5434430" cy="285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3179" y="4171356"/>
            <a:ext cx="1417677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C0816-8B45-C04D-B2B0-DDA4B2081EBB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7136" y="4171356"/>
            <a:ext cx="2126516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49932" y="4171356"/>
            <a:ext cx="1417677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1AD44-57F8-2847-A08F-74052E3E8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9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00121" rtl="0" eaLnBrk="1" latinLnBrk="0" hangingPunct="1">
        <a:lnSpc>
          <a:spcPct val="90000"/>
        </a:lnSpc>
        <a:spcBef>
          <a:spcPct val="0"/>
        </a:spcBef>
        <a:buNone/>
        <a:defRPr sz="28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0030" indent="-150030" algn="l" defTabSz="600121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1838" kern="1200">
          <a:solidFill>
            <a:schemeClr val="tx1"/>
          </a:solidFill>
          <a:latin typeface="+mn-lt"/>
          <a:ea typeface="+mn-ea"/>
          <a:cs typeface="+mn-cs"/>
        </a:defRPr>
      </a:lvl1pPr>
      <a:lvl2pPr marL="45009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75015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+mn-lt"/>
          <a:ea typeface="+mn-ea"/>
          <a:cs typeface="+mn-cs"/>
        </a:defRPr>
      </a:lvl3pPr>
      <a:lvl4pPr marL="1050211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4pPr>
      <a:lvl5pPr marL="135027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5pPr>
      <a:lvl6pPr marL="165033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6pPr>
      <a:lvl7pPr marL="1950392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7pPr>
      <a:lvl8pPr marL="2250453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8pPr>
      <a:lvl9pPr marL="2550513" indent="-150030" algn="l" defTabSz="600121" rtl="0" eaLnBrk="1" latinLnBrk="0" hangingPunct="1">
        <a:lnSpc>
          <a:spcPct val="90000"/>
        </a:lnSpc>
        <a:spcBef>
          <a:spcPts val="328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300060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2pPr>
      <a:lvl3pPr marL="60012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0018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4pPr>
      <a:lvl5pPr marL="1200241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5pPr>
      <a:lvl6pPr marL="1500302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6pPr>
      <a:lvl7pPr marL="1800362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7pPr>
      <a:lvl8pPr marL="2100423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8pPr>
      <a:lvl9pPr marL="2400483" algn="l" defTabSz="600121" rtl="0" eaLnBrk="1" latinLnBrk="0" hangingPunct="1">
        <a:defRPr sz="11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4123216" cy="1790661"/>
            <a:chOff x="445498" y="1420963"/>
            <a:chExt cx="4123216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1273105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1773884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4123216" cy="1790661"/>
            <a:chOff x="445498" y="1420963"/>
            <a:chExt cx="4123216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1273105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197412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42421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2850226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151254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918032" cy="1790661"/>
            <a:chOff x="445498" y="1420963"/>
            <a:chExt cx="391803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385682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772158" cy="1790661"/>
            <a:chOff x="445498" y="1420963"/>
            <a:chExt cx="3772158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C4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212671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918032" cy="1790661"/>
            <a:chOff x="445498" y="1420963"/>
            <a:chExt cx="391803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C4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234732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263987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</p:grpSp>
    </p:spTree>
    <p:extLst>
      <p:ext uri="{BB962C8B-B14F-4D97-AF65-F5344CB8AC3E}">
        <p14:creationId xmlns:p14="http://schemas.microsoft.com/office/powerpoint/2010/main" val="342955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1813648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918032" cy="1790661"/>
            <a:chOff x="445498" y="1420963"/>
            <a:chExt cx="391803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484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772158" cy="1790661"/>
            <a:chOff x="445498" y="1420963"/>
            <a:chExt cx="3772158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C4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2236329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772158" cy="1790661"/>
            <a:chOff x="445498" y="1420963"/>
            <a:chExt cx="3772158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C4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4217527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772158" cy="1790661"/>
            <a:chOff x="445498" y="1420963"/>
            <a:chExt cx="3772158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C4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1104963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729678" cy="1790661"/>
            <a:chOff x="445498" y="1420963"/>
            <a:chExt cx="3729678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C4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1682372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729678" cy="1790661"/>
            <a:chOff x="445498" y="1420963"/>
            <a:chExt cx="3729678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304017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2013539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461176" cy="1790661"/>
            <a:chOff x="445498" y="1420963"/>
            <a:chExt cx="3461176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1309061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202034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772158" cy="1790661"/>
            <a:chOff x="445498" y="1420963"/>
            <a:chExt cx="3772158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2057102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918032" cy="1790661"/>
            <a:chOff x="445498" y="1420963"/>
            <a:chExt cx="391803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1869609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461176" cy="1790661"/>
            <a:chOff x="445498" y="1420963"/>
            <a:chExt cx="3461176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887696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35362C9-C6A0-D6AA-3142-64B694598247}"/>
              </a:ext>
            </a:extLst>
          </p:cNvPr>
          <p:cNvGrpSpPr/>
          <p:nvPr/>
        </p:nvGrpSpPr>
        <p:grpSpPr>
          <a:xfrm>
            <a:off x="1441294" y="1420962"/>
            <a:ext cx="3875552" cy="1790661"/>
            <a:chOff x="445498" y="1420963"/>
            <a:chExt cx="3875552" cy="1790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C5B9E2B-A94A-008A-68C9-3AA9242F7ADC}"/>
                </a:ext>
              </a:extLst>
            </p:cNvPr>
            <p:cNvSpPr/>
            <p:nvPr/>
          </p:nvSpPr>
          <p:spPr>
            <a:xfrm>
              <a:off x="445498" y="1430272"/>
              <a:ext cx="1566259" cy="1596831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C4EB21-6C76-1EA3-6253-9CB8BF3596CA}"/>
                </a:ext>
              </a:extLst>
            </p:cNvPr>
            <p:cNvSpPr txBox="1"/>
            <p:nvPr/>
          </p:nvSpPr>
          <p:spPr>
            <a:xfrm>
              <a:off x="2053114" y="1420963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76AA642-8A48-1BC9-DB25-3D4BDDF2EA97}"/>
                </a:ext>
              </a:extLst>
            </p:cNvPr>
            <p:cNvSpPr/>
            <p:nvPr/>
          </p:nvSpPr>
          <p:spPr>
            <a:xfrm>
              <a:off x="2861592" y="1510819"/>
              <a:ext cx="89937" cy="9481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1A535CE-6D27-2949-E373-47F1A0707727}"/>
                </a:ext>
              </a:extLst>
            </p:cNvPr>
            <p:cNvSpPr txBox="1"/>
            <p:nvPr/>
          </p:nvSpPr>
          <p:spPr>
            <a:xfrm>
              <a:off x="3295609" y="1430272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 it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320094-4B79-D7B9-7AB4-BC1A4774EC2F}"/>
                </a:ext>
              </a:extLst>
            </p:cNvPr>
            <p:cNvSpPr txBox="1"/>
            <p:nvPr/>
          </p:nvSpPr>
          <p:spPr>
            <a:xfrm>
              <a:off x="2053114" y="2710268"/>
              <a:ext cx="660758" cy="501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E3C3F0-2BB6-F9A2-AAA5-D349C878330C}"/>
                </a:ext>
              </a:extLst>
            </p:cNvPr>
            <p:cNvSpPr txBox="1"/>
            <p:nvPr/>
          </p:nvSpPr>
          <p:spPr>
            <a:xfrm>
              <a:off x="3253129" y="2710268"/>
              <a:ext cx="10679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outside 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1C42D7-BFA1-3CF8-5D02-9BA3295E0E18}"/>
                </a:ext>
              </a:extLst>
            </p:cNvPr>
            <p:cNvSpPr/>
            <p:nvPr/>
          </p:nvSpPr>
          <p:spPr>
            <a:xfrm>
              <a:off x="2861592" y="2800124"/>
              <a:ext cx="89937" cy="9481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63" dirty="0"/>
            </a:p>
          </p:txBody>
        </p:sp>
      </p:grpSp>
    </p:spTree>
    <p:extLst>
      <p:ext uri="{BB962C8B-B14F-4D97-AF65-F5344CB8AC3E}">
        <p14:creationId xmlns:p14="http://schemas.microsoft.com/office/powerpoint/2010/main" val="1220098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15421</TotalTime>
  <Words>144</Words>
  <Application>Microsoft Macintosh PowerPoint</Application>
  <PresentationFormat>Custom</PresentationFormat>
  <Paragraphs>96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Olivia Pownall</dc:creator>
  <cp:lastModifiedBy>Olivia Pownall</cp:lastModifiedBy>
  <cp:revision>12</cp:revision>
  <cp:lastPrinted>2024-03-22T19:47:08Z</cp:lastPrinted>
  <dcterms:created xsi:type="dcterms:W3CDTF">2024-02-21T19:42:19Z</dcterms:created>
  <dcterms:modified xsi:type="dcterms:W3CDTF">2024-04-19T13:22:31Z</dcterms:modified>
</cp:coreProperties>
</file>